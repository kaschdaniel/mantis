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9" r:id="rId4"/>
    <p:sldId id="261" r:id="rId5"/>
    <p:sldId id="262" r:id="rId6"/>
    <p:sldId id="260" r:id="rId7"/>
    <p:sldId id="263" r:id="rId8"/>
    <p:sldId id="258" r:id="rId9"/>
    <p:sldId id="265" r:id="rId10"/>
    <p:sldId id="264" r:id="rId11"/>
    <p:sldId id="266" r:id="rId12"/>
    <p:sldId id="267" r:id="rId13"/>
    <p:sldId id="270" r:id="rId14"/>
    <p:sldId id="268" r:id="rId15"/>
    <p:sldId id="271" r:id="rId16"/>
    <p:sldId id="269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45E42F7D-500A-40EA-917F-4CDA32C3D9DD}">
          <p14:sldIdLst>
            <p14:sldId id="256"/>
          </p14:sldIdLst>
        </p14:section>
        <p14:section name="Overview of our system" id="{75C6089D-ACEE-4F56-B456-BE8590963C8F}">
          <p14:sldIdLst>
            <p14:sldId id="257"/>
            <p14:sldId id="259"/>
            <p14:sldId id="261"/>
            <p14:sldId id="262"/>
          </p14:sldIdLst>
        </p14:section>
        <p14:section name="Learning" id="{28DBBE26-D37A-4D0B-A476-57F52E33824D}">
          <p14:sldIdLst>
            <p14:sldId id="260"/>
            <p14:sldId id="263"/>
            <p14:sldId id="258"/>
            <p14:sldId id="265"/>
            <p14:sldId id="264"/>
          </p14:sldIdLst>
        </p14:section>
        <p14:section name="Key Insights" id="{CB4C6F1D-8F4B-46A1-AD20-0160C82B8600}">
          <p14:sldIdLst>
            <p14:sldId id="266"/>
            <p14:sldId id="267"/>
            <p14:sldId id="270"/>
            <p14:sldId id="268"/>
            <p14:sldId id="271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7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8A7ED3-CCA2-4B5E-A1BE-763CD71F0614}" v="111" dt="2026-08-11T20:52:26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7" autoAdjust="0"/>
    <p:restoredTop sz="87063" autoAdjust="0"/>
  </p:normalViewPr>
  <p:slideViewPr>
    <p:cSldViewPr snapToGrid="0">
      <p:cViewPr>
        <p:scale>
          <a:sx n="62" d="100"/>
          <a:sy n="62" d="100"/>
        </p:scale>
        <p:origin x="76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Gühring" userId="bc011e48-f719-4a7a-9da9-f82df41296c7" providerId="ADAL" clId="{CC39CA4B-27E9-48C1-A615-53776BF98A6B}"/>
    <pc:docChg chg="undo custSel addSld delSld modSld sldOrd addSection delSection modSection">
      <pc:chgData name="Tim Gühring" userId="bc011e48-f719-4a7a-9da9-f82df41296c7" providerId="ADAL" clId="{CC39CA4B-27E9-48C1-A615-53776BF98A6B}" dt="2026-08-11T20:52:26.877" v="902" actId="20577"/>
      <pc:docMkLst>
        <pc:docMk/>
      </pc:docMkLst>
      <pc:sldChg chg="modNotesTx">
        <pc:chgData name="Tim Gühring" userId="bc011e48-f719-4a7a-9da9-f82df41296c7" providerId="ADAL" clId="{CC39CA4B-27E9-48C1-A615-53776BF98A6B}" dt="2026-08-11T20:20:14.375" v="479" actId="20577"/>
        <pc:sldMkLst>
          <pc:docMk/>
          <pc:sldMk cId="221279620" sldId="264"/>
        </pc:sldMkLst>
      </pc:sldChg>
      <pc:sldChg chg="addSp modSp mod addAnim delAnim modAnim modNotesTx">
        <pc:chgData name="Tim Gühring" userId="bc011e48-f719-4a7a-9da9-f82df41296c7" providerId="ADAL" clId="{CC39CA4B-27E9-48C1-A615-53776BF98A6B}" dt="2026-08-11T20:46:49.138" v="800" actId="20577"/>
        <pc:sldMkLst>
          <pc:docMk/>
          <pc:sldMk cId="1335780351" sldId="265"/>
        </pc:sldMkLst>
        <pc:picChg chg="add mod">
          <ac:chgData name="Tim Gühring" userId="bc011e48-f719-4a7a-9da9-f82df41296c7" providerId="ADAL" clId="{CC39CA4B-27E9-48C1-A615-53776BF98A6B}" dt="2026-08-11T19:55:35.966" v="76" actId="1076"/>
          <ac:picMkLst>
            <pc:docMk/>
            <pc:sldMk cId="1335780351" sldId="265"/>
            <ac:picMk id="4" creationId="{6B085051-529B-A327-BDDC-494AC1E2466D}"/>
          </ac:picMkLst>
        </pc:picChg>
        <pc:picChg chg="mod">
          <ac:chgData name="Tim Gühring" userId="bc011e48-f719-4a7a-9da9-f82df41296c7" providerId="ADAL" clId="{CC39CA4B-27E9-48C1-A615-53776BF98A6B}" dt="2026-08-11T19:53:13.951" v="41" actId="34135"/>
          <ac:picMkLst>
            <pc:docMk/>
            <pc:sldMk cId="1335780351" sldId="265"/>
            <ac:picMk id="10" creationId="{F7C42834-BE05-7998-DE0A-EC927B6923DE}"/>
          </ac:picMkLst>
        </pc:picChg>
        <pc:cxnChg chg="add mod">
          <ac:chgData name="Tim Gühring" userId="bc011e48-f719-4a7a-9da9-f82df41296c7" providerId="ADAL" clId="{CC39CA4B-27E9-48C1-A615-53776BF98A6B}" dt="2026-08-11T19:52:00.909" v="10" actId="1582"/>
          <ac:cxnSpMkLst>
            <pc:docMk/>
            <pc:sldMk cId="1335780351" sldId="265"/>
            <ac:cxnSpMk id="9" creationId="{3C0F2357-9AB9-AB6F-1938-AB1005772F67}"/>
          </ac:cxnSpMkLst>
        </pc:cxnChg>
        <pc:cxnChg chg="add mod">
          <ac:chgData name="Tim Gühring" userId="bc011e48-f719-4a7a-9da9-f82df41296c7" providerId="ADAL" clId="{CC39CA4B-27E9-48C1-A615-53776BF98A6B}" dt="2026-08-11T19:52:06.744" v="13" actId="14100"/>
          <ac:cxnSpMkLst>
            <pc:docMk/>
            <pc:sldMk cId="1335780351" sldId="265"/>
            <ac:cxnSpMk id="11" creationId="{87D5BB26-51F9-019D-DCC1-6712269C723F}"/>
          </ac:cxnSpMkLst>
        </pc:cxnChg>
        <pc:cxnChg chg="add mod">
          <ac:chgData name="Tim Gühring" userId="bc011e48-f719-4a7a-9da9-f82df41296c7" providerId="ADAL" clId="{CC39CA4B-27E9-48C1-A615-53776BF98A6B}" dt="2026-08-11T19:52:11.969" v="16" actId="14100"/>
          <ac:cxnSpMkLst>
            <pc:docMk/>
            <pc:sldMk cId="1335780351" sldId="265"/>
            <ac:cxnSpMk id="13" creationId="{71192AC2-D011-49FA-265D-1F9EA78C4215}"/>
          </ac:cxnSpMkLst>
        </pc:cxnChg>
        <pc:cxnChg chg="add mod">
          <ac:chgData name="Tim Gühring" userId="bc011e48-f719-4a7a-9da9-f82df41296c7" providerId="ADAL" clId="{CC39CA4B-27E9-48C1-A615-53776BF98A6B}" dt="2026-08-11T19:52:28.345" v="22" actId="14100"/>
          <ac:cxnSpMkLst>
            <pc:docMk/>
            <pc:sldMk cId="1335780351" sldId="265"/>
            <ac:cxnSpMk id="15" creationId="{5A06238D-0578-BB49-AE3A-756701DE58E0}"/>
          </ac:cxnSpMkLst>
        </pc:cxnChg>
        <pc:cxnChg chg="add mod">
          <ac:chgData name="Tim Gühring" userId="bc011e48-f719-4a7a-9da9-f82df41296c7" providerId="ADAL" clId="{CC39CA4B-27E9-48C1-A615-53776BF98A6B}" dt="2026-08-11T19:52:24.317" v="21" actId="14100"/>
          <ac:cxnSpMkLst>
            <pc:docMk/>
            <pc:sldMk cId="1335780351" sldId="265"/>
            <ac:cxnSpMk id="17" creationId="{6E5B00A9-9961-8F51-632E-F89FCAF17CC2}"/>
          </ac:cxnSpMkLst>
        </pc:cxnChg>
        <pc:cxnChg chg="add mod">
          <ac:chgData name="Tim Gühring" userId="bc011e48-f719-4a7a-9da9-f82df41296c7" providerId="ADAL" clId="{CC39CA4B-27E9-48C1-A615-53776BF98A6B}" dt="2026-08-11T19:52:36.256" v="25" actId="14100"/>
          <ac:cxnSpMkLst>
            <pc:docMk/>
            <pc:sldMk cId="1335780351" sldId="265"/>
            <ac:cxnSpMk id="21" creationId="{AC2D8555-20EB-3B94-675D-1CF89101B041}"/>
          </ac:cxnSpMkLst>
        </pc:cxnChg>
        <pc:cxnChg chg="add mod">
          <ac:chgData name="Tim Gühring" userId="bc011e48-f719-4a7a-9da9-f82df41296c7" providerId="ADAL" clId="{CC39CA4B-27E9-48C1-A615-53776BF98A6B}" dt="2026-08-11T19:52:40.837" v="28" actId="14100"/>
          <ac:cxnSpMkLst>
            <pc:docMk/>
            <pc:sldMk cId="1335780351" sldId="265"/>
            <ac:cxnSpMk id="23" creationId="{A34A061F-C839-A0A3-F4B4-34459C1B04F5}"/>
          </ac:cxnSpMkLst>
        </pc:cxnChg>
        <pc:cxnChg chg="add mod">
          <ac:chgData name="Tim Gühring" userId="bc011e48-f719-4a7a-9da9-f82df41296c7" providerId="ADAL" clId="{CC39CA4B-27E9-48C1-A615-53776BF98A6B}" dt="2026-08-11T19:52:47.716" v="31" actId="14100"/>
          <ac:cxnSpMkLst>
            <pc:docMk/>
            <pc:sldMk cId="1335780351" sldId="265"/>
            <ac:cxnSpMk id="25" creationId="{F78186C5-240C-2A03-5BEA-56602728D768}"/>
          </ac:cxnSpMkLst>
        </pc:cxnChg>
        <pc:cxnChg chg="add mod">
          <ac:chgData name="Tim Gühring" userId="bc011e48-f719-4a7a-9da9-f82df41296c7" providerId="ADAL" clId="{CC39CA4B-27E9-48C1-A615-53776BF98A6B}" dt="2026-08-11T19:52:52.464" v="34" actId="14100"/>
          <ac:cxnSpMkLst>
            <pc:docMk/>
            <pc:sldMk cId="1335780351" sldId="265"/>
            <ac:cxnSpMk id="27" creationId="{F34ADEB4-B3DE-BF48-0E44-DA88491873C2}"/>
          </ac:cxnSpMkLst>
        </pc:cxnChg>
        <pc:cxnChg chg="add mod">
          <ac:chgData name="Tim Gühring" userId="bc011e48-f719-4a7a-9da9-f82df41296c7" providerId="ADAL" clId="{CC39CA4B-27E9-48C1-A615-53776BF98A6B}" dt="2026-08-11T19:52:57.951" v="37" actId="14100"/>
          <ac:cxnSpMkLst>
            <pc:docMk/>
            <pc:sldMk cId="1335780351" sldId="265"/>
            <ac:cxnSpMk id="29" creationId="{C3A51DB9-2058-60B1-867A-79D5F68D182C}"/>
          </ac:cxnSpMkLst>
        </pc:cxnChg>
        <pc:cxnChg chg="add mod">
          <ac:chgData name="Tim Gühring" userId="bc011e48-f719-4a7a-9da9-f82df41296c7" providerId="ADAL" clId="{CC39CA4B-27E9-48C1-A615-53776BF98A6B}" dt="2026-08-11T19:53:08.449" v="40" actId="14100"/>
          <ac:cxnSpMkLst>
            <pc:docMk/>
            <pc:sldMk cId="1335780351" sldId="265"/>
            <ac:cxnSpMk id="31" creationId="{EF227BD2-89DC-59A8-7A3B-213A76547010}"/>
          </ac:cxnSpMkLst>
        </pc:cxnChg>
      </pc:sldChg>
      <pc:sldChg chg="addSp delSp modSp add mod ord delAnim modNotesTx">
        <pc:chgData name="Tim Gühring" userId="bc011e48-f719-4a7a-9da9-f82df41296c7" providerId="ADAL" clId="{CC39CA4B-27E9-48C1-A615-53776BF98A6B}" dt="2026-08-11T20:52:26.877" v="902" actId="20577"/>
        <pc:sldMkLst>
          <pc:docMk/>
          <pc:sldMk cId="2671024945" sldId="266"/>
        </pc:sldMkLst>
        <pc:spChg chg="mod">
          <ac:chgData name="Tim Gühring" userId="bc011e48-f719-4a7a-9da9-f82df41296c7" providerId="ADAL" clId="{CC39CA4B-27E9-48C1-A615-53776BF98A6B}" dt="2026-08-11T20:22:08.128" v="502" actId="20577"/>
          <ac:spMkLst>
            <pc:docMk/>
            <pc:sldMk cId="2671024945" sldId="266"/>
            <ac:spMk id="2" creationId="{55EB1F46-A4C5-0A9E-7B3E-38F1EC95B23C}"/>
          </ac:spMkLst>
        </pc:spChg>
        <pc:spChg chg="del">
          <ac:chgData name="Tim Gühring" userId="bc011e48-f719-4a7a-9da9-f82df41296c7" providerId="ADAL" clId="{CC39CA4B-27E9-48C1-A615-53776BF98A6B}" dt="2026-08-11T19:56:14.822" v="82" actId="478"/>
          <ac:spMkLst>
            <pc:docMk/>
            <pc:sldMk cId="2671024945" sldId="266"/>
            <ac:spMk id="6" creationId="{022886BF-33C1-1DDD-6178-524A14D360B2}"/>
          </ac:spMkLst>
        </pc:spChg>
        <pc:spChg chg="add mod">
          <ac:chgData name="Tim Gühring" userId="bc011e48-f719-4a7a-9da9-f82df41296c7" providerId="ADAL" clId="{CC39CA4B-27E9-48C1-A615-53776BF98A6B}" dt="2026-08-11T20:52:26.877" v="902" actId="20577"/>
          <ac:spMkLst>
            <pc:docMk/>
            <pc:sldMk cId="2671024945" sldId="266"/>
            <ac:spMk id="8" creationId="{A9AB3919-584E-2149-8F1A-6C75B08908E5}"/>
          </ac:spMkLst>
        </pc:spChg>
        <pc:spChg chg="add del mod">
          <ac:chgData name="Tim Gühring" userId="bc011e48-f719-4a7a-9da9-f82df41296c7" providerId="ADAL" clId="{CC39CA4B-27E9-48C1-A615-53776BF98A6B}" dt="2026-08-11T20:15:16.315" v="469" actId="478"/>
          <ac:spMkLst>
            <pc:docMk/>
            <pc:sldMk cId="2671024945" sldId="266"/>
            <ac:spMk id="19" creationId="{29FB5D25-4808-0621-80D9-009F827F8981}"/>
          </ac:spMkLst>
        </pc:spChg>
        <pc:picChg chg="del">
          <ac:chgData name="Tim Gühring" userId="bc011e48-f719-4a7a-9da9-f82df41296c7" providerId="ADAL" clId="{CC39CA4B-27E9-48C1-A615-53776BF98A6B}" dt="2026-08-11T19:56:22.512" v="85" actId="478"/>
          <ac:picMkLst>
            <pc:docMk/>
            <pc:sldMk cId="2671024945" sldId="266"/>
            <ac:picMk id="4" creationId="{93516085-F74E-CF00-79F4-CA01524EEFAB}"/>
          </ac:picMkLst>
        </pc:picChg>
        <pc:picChg chg="del">
          <ac:chgData name="Tim Gühring" userId="bc011e48-f719-4a7a-9da9-f82df41296c7" providerId="ADAL" clId="{CC39CA4B-27E9-48C1-A615-53776BF98A6B}" dt="2026-08-11T19:56:14.822" v="82" actId="478"/>
          <ac:picMkLst>
            <pc:docMk/>
            <pc:sldMk cId="2671024945" sldId="266"/>
            <ac:picMk id="10" creationId="{EBE26BF8-1F0B-A24B-60AD-245D49CC1403}"/>
          </ac:picMkLst>
        </pc:picChg>
        <pc:picChg chg="add del mod">
          <ac:chgData name="Tim Gühring" userId="bc011e48-f719-4a7a-9da9-f82df41296c7" providerId="ADAL" clId="{CC39CA4B-27E9-48C1-A615-53776BF98A6B}" dt="2026-08-11T20:15:13.959" v="468" actId="478"/>
          <ac:picMkLst>
            <pc:docMk/>
            <pc:sldMk cId="2671024945" sldId="266"/>
            <ac:picMk id="14" creationId="{ED04C5C2-E098-2AF1-4554-0804342FB0A0}"/>
          </ac:picMkLst>
        </pc:picChg>
        <pc:picChg chg="del">
          <ac:chgData name="Tim Gühring" userId="bc011e48-f719-4a7a-9da9-f82df41296c7" providerId="ADAL" clId="{CC39CA4B-27E9-48C1-A615-53776BF98A6B}" dt="2026-08-11T19:56:23.905" v="86" actId="478"/>
          <ac:picMkLst>
            <pc:docMk/>
            <pc:sldMk cId="2671024945" sldId="266"/>
            <ac:picMk id="16" creationId="{6ED67610-2E4D-9460-A480-BF477DA764C6}"/>
          </ac:picMkLst>
        </pc:picChg>
        <pc:picChg chg="del">
          <ac:chgData name="Tim Gühring" userId="bc011e48-f719-4a7a-9da9-f82df41296c7" providerId="ADAL" clId="{CC39CA4B-27E9-48C1-A615-53776BF98A6B}" dt="2026-08-11T19:56:17.900" v="83" actId="478"/>
          <ac:picMkLst>
            <pc:docMk/>
            <pc:sldMk cId="2671024945" sldId="266"/>
            <ac:picMk id="18" creationId="{170881BB-5B65-E016-D6C7-C68EA0CE1D9B}"/>
          </ac:picMkLst>
        </pc:pic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9" creationId="{EB51FD8B-9366-3C95-DE8F-1174FCDC9062}"/>
          </ac:cxnSpMkLst>
        </pc:cxn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11" creationId="{17899983-4264-CEFE-AA85-B2D24C373D19}"/>
          </ac:cxnSpMkLst>
        </pc:cxn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21" creationId="{2645D841-D4D3-BA88-F4B8-77685C0C72F4}"/>
          </ac:cxnSpMkLst>
        </pc:cxn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23" creationId="{331113AD-4A4B-6BAF-D077-AABBAB6676AD}"/>
          </ac:cxnSpMkLst>
        </pc:cxn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25" creationId="{AFB24C77-32B0-A285-3975-6E0F1222BAB2}"/>
          </ac:cxnSpMkLst>
        </pc:cxn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27" creationId="{10FCD753-E77E-B6D2-FA00-85AF9181B987}"/>
          </ac:cxnSpMkLst>
        </pc:cxnChg>
        <pc:cxnChg chg="del">
          <ac:chgData name="Tim Gühring" userId="bc011e48-f719-4a7a-9da9-f82df41296c7" providerId="ADAL" clId="{CC39CA4B-27E9-48C1-A615-53776BF98A6B}" dt="2026-08-11T19:56:14.822" v="82" actId="478"/>
          <ac:cxnSpMkLst>
            <pc:docMk/>
            <pc:sldMk cId="2671024945" sldId="266"/>
            <ac:cxnSpMk id="29" creationId="{CFCC0FC6-749C-7097-B526-BF9C4503D1F2}"/>
          </ac:cxnSpMkLst>
        </pc:cxnChg>
      </pc:sldChg>
      <pc:sldChg chg="addSp modSp add mod modNotesTx">
        <pc:chgData name="Tim Gühring" userId="bc011e48-f719-4a7a-9da9-f82df41296c7" providerId="ADAL" clId="{CC39CA4B-27E9-48C1-A615-53776BF98A6B}" dt="2026-08-11T20:46:37.206" v="798" actId="20577"/>
        <pc:sldMkLst>
          <pc:docMk/>
          <pc:sldMk cId="2720790601" sldId="267"/>
        </pc:sldMkLst>
        <pc:spChg chg="mod">
          <ac:chgData name="Tim Gühring" userId="bc011e48-f719-4a7a-9da9-f82df41296c7" providerId="ADAL" clId="{CC39CA4B-27E9-48C1-A615-53776BF98A6B}" dt="2026-08-11T20:27:55.655" v="530" actId="1076"/>
          <ac:spMkLst>
            <pc:docMk/>
            <pc:sldMk cId="2720790601" sldId="267"/>
            <ac:spMk id="2" creationId="{BA625502-982B-596C-C09B-9B7711F03B5B}"/>
          </ac:spMkLst>
        </pc:spChg>
        <pc:spChg chg="mod">
          <ac:chgData name="Tim Gühring" userId="bc011e48-f719-4a7a-9da9-f82df41296c7" providerId="ADAL" clId="{CC39CA4B-27E9-48C1-A615-53776BF98A6B}" dt="2026-08-11T20:01:16.212" v="278" actId="20577"/>
          <ac:spMkLst>
            <pc:docMk/>
            <pc:sldMk cId="2720790601" sldId="267"/>
            <ac:spMk id="8" creationId="{4CE85D55-3E2F-64B9-DEDE-63402DA5F9E3}"/>
          </ac:spMkLst>
        </pc:spChg>
        <pc:picChg chg="add mod">
          <ac:chgData name="Tim Gühring" userId="bc011e48-f719-4a7a-9da9-f82df41296c7" providerId="ADAL" clId="{CC39CA4B-27E9-48C1-A615-53776BF98A6B}" dt="2026-08-11T20:40:42.399" v="760" actId="1076"/>
          <ac:picMkLst>
            <pc:docMk/>
            <pc:sldMk cId="2720790601" sldId="267"/>
            <ac:picMk id="4" creationId="{B0BD38B8-6427-F4E8-F76A-C6CB2621F45A}"/>
          </ac:picMkLst>
        </pc:picChg>
      </pc:sldChg>
      <pc:sldChg chg="addSp delSp modSp add mod addAnim delAnim modAnim modNotesTx">
        <pc:chgData name="Tim Gühring" userId="bc011e48-f719-4a7a-9da9-f82df41296c7" providerId="ADAL" clId="{CC39CA4B-27E9-48C1-A615-53776BF98A6B}" dt="2026-08-11T20:51:01.600" v="832"/>
        <pc:sldMkLst>
          <pc:docMk/>
          <pc:sldMk cId="3123986785" sldId="268"/>
        </pc:sldMkLst>
        <pc:spChg chg="mod">
          <ac:chgData name="Tim Gühring" userId="bc011e48-f719-4a7a-9da9-f82df41296c7" providerId="ADAL" clId="{CC39CA4B-27E9-48C1-A615-53776BF98A6B}" dt="2026-08-11T20:32:26.127" v="582" actId="20577"/>
          <ac:spMkLst>
            <pc:docMk/>
            <pc:sldMk cId="3123986785" sldId="268"/>
            <ac:spMk id="2" creationId="{AD71838E-C3E8-12B4-63C4-08FE6E6D3025}"/>
          </ac:spMkLst>
        </pc:spChg>
        <pc:spChg chg="add mod">
          <ac:chgData name="Tim Gühring" userId="bc011e48-f719-4a7a-9da9-f82df41296c7" providerId="ADAL" clId="{CC39CA4B-27E9-48C1-A615-53776BF98A6B}" dt="2026-08-11T20:46:27.200" v="795" actId="14100"/>
          <ac:spMkLst>
            <pc:docMk/>
            <pc:sldMk cId="3123986785" sldId="268"/>
            <ac:spMk id="3" creationId="{1AAB1595-C26F-30C4-3ACB-D4B2791EECB8}"/>
          </ac:spMkLst>
        </pc:spChg>
        <pc:spChg chg="del mod">
          <ac:chgData name="Tim Gühring" userId="bc011e48-f719-4a7a-9da9-f82df41296c7" providerId="ADAL" clId="{CC39CA4B-27E9-48C1-A615-53776BF98A6B}" dt="2026-08-11T20:31:43.669" v="538" actId="22"/>
          <ac:spMkLst>
            <pc:docMk/>
            <pc:sldMk cId="3123986785" sldId="268"/>
            <ac:spMk id="8" creationId="{662229B3-CA96-B598-A5E5-E8566AEC903F}"/>
          </ac:spMkLst>
        </pc:spChg>
        <pc:spChg chg="add mod">
          <ac:chgData name="Tim Gühring" userId="bc011e48-f719-4a7a-9da9-f82df41296c7" providerId="ADAL" clId="{CC39CA4B-27E9-48C1-A615-53776BF98A6B}" dt="2026-08-11T20:48:57.385" v="818" actId="1076"/>
          <ac:spMkLst>
            <pc:docMk/>
            <pc:sldMk cId="3123986785" sldId="268"/>
            <ac:spMk id="14" creationId="{8A27E18C-A65F-9837-8DD1-D2AA5778CF6C}"/>
          </ac:spMkLst>
        </pc:spChg>
        <pc:picChg chg="add mod ord">
          <ac:chgData name="Tim Gühring" userId="bc011e48-f719-4a7a-9da9-f82df41296c7" providerId="ADAL" clId="{CC39CA4B-27E9-48C1-A615-53776BF98A6B}" dt="2026-08-11T20:32:15.454" v="563" actId="1076"/>
          <ac:picMkLst>
            <pc:docMk/>
            <pc:sldMk cId="3123986785" sldId="268"/>
            <ac:picMk id="4" creationId="{0D9FB44B-4735-4336-DC58-686C9B32053E}"/>
          </ac:picMkLst>
        </pc:picChg>
        <pc:cxnChg chg="add del mod">
          <ac:chgData name="Tim Gühring" userId="bc011e48-f719-4a7a-9da9-f82df41296c7" providerId="ADAL" clId="{CC39CA4B-27E9-48C1-A615-53776BF98A6B}" dt="2026-08-11T20:47:07.425" v="803" actId="478"/>
          <ac:cxnSpMkLst>
            <pc:docMk/>
            <pc:sldMk cId="3123986785" sldId="268"/>
            <ac:cxnSpMk id="8" creationId="{F3E704C0-D8FA-188D-B3A2-E3099BD75245}"/>
          </ac:cxnSpMkLst>
        </pc:cxnChg>
        <pc:cxnChg chg="add mod">
          <ac:chgData name="Tim Gühring" userId="bc011e48-f719-4a7a-9da9-f82df41296c7" providerId="ADAL" clId="{CC39CA4B-27E9-48C1-A615-53776BF98A6B}" dt="2026-08-11T20:49:51.064" v="827" actId="208"/>
          <ac:cxnSpMkLst>
            <pc:docMk/>
            <pc:sldMk cId="3123986785" sldId="268"/>
            <ac:cxnSpMk id="10" creationId="{710E9377-2699-2173-541C-D9AE48DB67B9}"/>
          </ac:cxnSpMkLst>
        </pc:cxnChg>
        <pc:cxnChg chg="add mod">
          <ac:chgData name="Tim Gühring" userId="bc011e48-f719-4a7a-9da9-f82df41296c7" providerId="ADAL" clId="{CC39CA4B-27E9-48C1-A615-53776BF98A6B}" dt="2026-08-11T20:49:54.524" v="828" actId="208"/>
          <ac:cxnSpMkLst>
            <pc:docMk/>
            <pc:sldMk cId="3123986785" sldId="268"/>
            <ac:cxnSpMk id="12" creationId="{0DE79580-F4F1-FE99-9991-20E155A5FA49}"/>
          </ac:cxnSpMkLst>
        </pc:cxnChg>
        <pc:cxnChg chg="add mod">
          <ac:chgData name="Tim Gühring" userId="bc011e48-f719-4a7a-9da9-f82df41296c7" providerId="ADAL" clId="{CC39CA4B-27E9-48C1-A615-53776BF98A6B}" dt="2026-08-11T20:49:33.831" v="824" actId="1582"/>
          <ac:cxnSpMkLst>
            <pc:docMk/>
            <pc:sldMk cId="3123986785" sldId="268"/>
            <ac:cxnSpMk id="16" creationId="{9431FB52-8974-D615-A982-03B2B2FD3428}"/>
          </ac:cxnSpMkLst>
        </pc:cxnChg>
        <pc:cxnChg chg="add mod">
          <ac:chgData name="Tim Gühring" userId="bc011e48-f719-4a7a-9da9-f82df41296c7" providerId="ADAL" clId="{CC39CA4B-27E9-48C1-A615-53776BF98A6B}" dt="2026-08-11T20:49:26.984" v="822" actId="1582"/>
          <ac:cxnSpMkLst>
            <pc:docMk/>
            <pc:sldMk cId="3123986785" sldId="268"/>
            <ac:cxnSpMk id="19" creationId="{D6C4F471-F8DB-0CF4-E802-B3A22734703B}"/>
          </ac:cxnSpMkLst>
        </pc:cxnChg>
      </pc:sldChg>
      <pc:sldChg chg="addSp delSp modSp add mod">
        <pc:chgData name="Tim Gühring" userId="bc011e48-f719-4a7a-9da9-f82df41296c7" providerId="ADAL" clId="{CC39CA4B-27E9-48C1-A615-53776BF98A6B}" dt="2026-08-11T20:35:36.388" v="745" actId="20577"/>
        <pc:sldMkLst>
          <pc:docMk/>
          <pc:sldMk cId="1984297244" sldId="269"/>
        </pc:sldMkLst>
        <pc:spChg chg="mod">
          <ac:chgData name="Tim Gühring" userId="bc011e48-f719-4a7a-9da9-f82df41296c7" providerId="ADAL" clId="{CC39CA4B-27E9-48C1-A615-53776BF98A6B}" dt="2026-08-11T20:00:10.365" v="273" actId="20577"/>
          <ac:spMkLst>
            <pc:docMk/>
            <pc:sldMk cId="1984297244" sldId="269"/>
            <ac:spMk id="2" creationId="{A9BD0B2B-AA2F-CF2B-5BFD-C2FD1B92E5A0}"/>
          </ac:spMkLst>
        </pc:spChg>
        <pc:spChg chg="del">
          <ac:chgData name="Tim Gühring" userId="bc011e48-f719-4a7a-9da9-f82df41296c7" providerId="ADAL" clId="{CC39CA4B-27E9-48C1-A615-53776BF98A6B}" dt="2026-08-11T20:34:06.910" v="583" actId="22"/>
          <ac:spMkLst>
            <pc:docMk/>
            <pc:sldMk cId="1984297244" sldId="269"/>
            <ac:spMk id="8" creationId="{54133D2D-3BAD-E5E8-B02F-21BA9BF1CF66}"/>
          </ac:spMkLst>
        </pc:spChg>
        <pc:spChg chg="add mod">
          <ac:chgData name="Tim Gühring" userId="bc011e48-f719-4a7a-9da9-f82df41296c7" providerId="ADAL" clId="{CC39CA4B-27E9-48C1-A615-53776BF98A6B}" dt="2026-08-11T20:35:36.388" v="745" actId="20577"/>
          <ac:spMkLst>
            <pc:docMk/>
            <pc:sldMk cId="1984297244" sldId="269"/>
            <ac:spMk id="9" creationId="{259A1808-5D9F-EA97-2AC1-C35B6CE7F3FE}"/>
          </ac:spMkLst>
        </pc:spChg>
        <pc:picChg chg="add del mod ord">
          <ac:chgData name="Tim Gühring" userId="bc011e48-f719-4a7a-9da9-f82df41296c7" providerId="ADAL" clId="{CC39CA4B-27E9-48C1-A615-53776BF98A6B}" dt="2026-08-11T20:34:12.341" v="586" actId="478"/>
          <ac:picMkLst>
            <pc:docMk/>
            <pc:sldMk cId="1984297244" sldId="269"/>
            <ac:picMk id="4" creationId="{214E889C-E561-05F9-D9CF-4D29A5DCE376}"/>
          </ac:picMkLst>
        </pc:picChg>
      </pc:sldChg>
      <pc:sldChg chg="addSp delSp modSp add mod modNotesTx">
        <pc:chgData name="Tim Gühring" userId="bc011e48-f719-4a7a-9da9-f82df41296c7" providerId="ADAL" clId="{CC39CA4B-27E9-48C1-A615-53776BF98A6B}" dt="2026-08-11T20:46:33.976" v="797" actId="20577"/>
        <pc:sldMkLst>
          <pc:docMk/>
          <pc:sldMk cId="2619832613" sldId="270"/>
        </pc:sldMkLst>
        <pc:picChg chg="del">
          <ac:chgData name="Tim Gühring" userId="bc011e48-f719-4a7a-9da9-f82df41296c7" providerId="ADAL" clId="{CC39CA4B-27E9-48C1-A615-53776BF98A6B}" dt="2026-08-11T20:28:50.989" v="532" actId="478"/>
          <ac:picMkLst>
            <pc:docMk/>
            <pc:sldMk cId="2619832613" sldId="270"/>
            <ac:picMk id="4" creationId="{4F922A30-3B90-DBB0-E5C0-AEE011049B50}"/>
          </ac:picMkLst>
        </pc:picChg>
        <pc:picChg chg="add mod">
          <ac:chgData name="Tim Gühring" userId="bc011e48-f719-4a7a-9da9-f82df41296c7" providerId="ADAL" clId="{CC39CA4B-27E9-48C1-A615-53776BF98A6B}" dt="2026-08-11T20:29:00.891" v="537" actId="27614"/>
          <ac:picMkLst>
            <pc:docMk/>
            <pc:sldMk cId="2619832613" sldId="270"/>
            <ac:picMk id="6" creationId="{517C9A56-FA79-681C-73A3-FC51FEAD7D61}"/>
          </ac:picMkLst>
        </pc:picChg>
      </pc:sldChg>
      <pc:sldChg chg="addSp modSp add mod ord modNotesTx">
        <pc:chgData name="Tim Gühring" userId="bc011e48-f719-4a7a-9da9-f82df41296c7" providerId="ADAL" clId="{CC39CA4B-27E9-48C1-A615-53776BF98A6B}" dt="2026-08-11T20:45:20.857" v="769" actId="1076"/>
        <pc:sldMkLst>
          <pc:docMk/>
          <pc:sldMk cId="1761910783" sldId="271"/>
        </pc:sldMkLst>
        <pc:picChg chg="mod">
          <ac:chgData name="Tim Gühring" userId="bc011e48-f719-4a7a-9da9-f82df41296c7" providerId="ADAL" clId="{CC39CA4B-27E9-48C1-A615-53776BF98A6B}" dt="2026-08-11T20:45:18.527" v="768" actId="1076"/>
          <ac:picMkLst>
            <pc:docMk/>
            <pc:sldMk cId="1761910783" sldId="271"/>
            <ac:picMk id="4" creationId="{A787F872-212A-AF4B-9CC7-C5544715020B}"/>
          </ac:picMkLst>
        </pc:picChg>
        <pc:picChg chg="add mod">
          <ac:chgData name="Tim Gühring" userId="bc011e48-f719-4a7a-9da9-f82df41296c7" providerId="ADAL" clId="{CC39CA4B-27E9-48C1-A615-53776BF98A6B}" dt="2026-08-11T20:45:20.857" v="769" actId="1076"/>
          <ac:picMkLst>
            <pc:docMk/>
            <pc:sldMk cId="1761910783" sldId="271"/>
            <ac:picMk id="6" creationId="{F181B2E7-3C7D-C26D-C0DA-1AD84A42F4AA}"/>
          </ac:picMkLst>
        </pc:picChg>
      </pc:sldChg>
      <pc:sldChg chg="new del">
        <pc:chgData name="Tim Gühring" userId="bc011e48-f719-4a7a-9da9-f82df41296c7" providerId="ADAL" clId="{CC39CA4B-27E9-48C1-A615-53776BF98A6B}" dt="2026-08-11T20:42:45.802" v="765" actId="2696"/>
        <pc:sldMkLst>
          <pc:docMk/>
          <pc:sldMk cId="4192169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A41DC-E185-4F8A-972A-29C25EC4B706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D6432-8567-46C7-9A5C-E81C99615DA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7101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A_p</a:t>
            </a:r>
            <a:r>
              <a:rPr lang="en-GB" dirty="0"/>
              <a:t>: complex field amplitude for feed-forward propagation</a:t>
            </a:r>
          </a:p>
          <a:p>
            <a:r>
              <a:rPr lang="en-GB" dirty="0" err="1"/>
              <a:t>A_p^adj</a:t>
            </a:r>
            <a:r>
              <a:rPr lang="en-GB" dirty="0"/>
              <a:t>: Adjoint field amplitude, achieved by propagating the error field from the detector side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930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503F-C902-407A-38A9-5072B01EB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A14E57-1EBF-B4DB-99A3-05D4356CF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11F755-2D87-CF02-5CAB-901769592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A_p</a:t>
            </a:r>
            <a:r>
              <a:rPr lang="en-GB" dirty="0"/>
              <a:t>: complex field amplitude for feed-forward propagation</a:t>
            </a:r>
          </a:p>
          <a:p>
            <a:r>
              <a:rPr lang="en-GB" dirty="0" err="1"/>
              <a:t>A_p^adj</a:t>
            </a:r>
            <a:r>
              <a:rPr lang="en-GB" dirty="0"/>
              <a:t>: Adjoint field amplitude, achieved by propagating the error field from the detector side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AC5F02-1F73-1D03-3F91-8307FD615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8896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Partition of MZI mesh into preceding mesh, layer with parameter F_P and </a:t>
            </a:r>
            <a:r>
              <a:rPr lang="en-GB" dirty="0" err="1"/>
              <a:t>subseq</a:t>
            </a:r>
            <a:r>
              <a:rPr lang="en-GB" dirty="0"/>
              <a:t>. Mesh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370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294D-64C4-C0A3-FAB1-137F3BA1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C87EAAC-5374-D946-B5A8-83325D7A6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AB2B300-68A4-B2DA-9BFA-F6035E670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Parameters get updated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D4168CE-C1DF-5F01-D9C2-1A9D18697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9265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6C54E-FF40-EB0E-9244-2430A53B6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9581C13-EAD9-B9EE-DFE5-DF982FE6B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88DAF1-9764-536C-592F-48961FA4E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5A99AE-D46C-B362-AE86-E56CE98C5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991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2F71-5312-B2A2-BCC4-4514CA69E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041F96-E3C1-B569-48D7-84CA0E530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4F05723-7E95-EA8E-2386-F6D5CABDB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9DC48A-2B87-C1B1-A70C-39DF58E810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458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428D2-2D63-B595-9203-94D3BDF7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F48A5EE-79AA-0A59-4863-13C0073EB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FC5406-FA61-E43C-16F9-B806A49F6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55F3DD-81B0-6B9E-2F47-B6BC3F5D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857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212A-44B9-716F-479C-603ACEC7A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6CA9D4F-9BDD-9DBA-90FA-B0E059E53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8DD7FEA-C5C4-33F1-0D3A-04DB8696C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D8E0C6-090C-CCB3-7266-5ED725862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3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2FC7-5126-A475-3E04-9B5BA4ED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65DA78-4062-384D-41A5-CB8B3C8B8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9D895BC-5F54-E338-6C0F-2CD59C35E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3B1585-D3C9-09B9-0B9F-481310031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701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6F10-B895-E049-03F4-CC5A35CF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ECBF033-7B07-FD48-82D9-505778E29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F644A2A-0AA6-9685-03D0-1F8FE165C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3E19183-0691-3F33-EFB5-E6EFDCB09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386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7C49F-903A-CBCC-6E7C-579BD33A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8FF0AD7-0638-9DDC-2A6F-592625E74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698C518-62DD-7EAB-6EC6-FFF9D600B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Parameter get updated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0B180F8-51F7-4335-3927-EAD604F22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D6432-8567-46C7-9A5C-E81C99615DAB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7192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5162BB-5213-2205-74C0-B63AACB45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9CEA2A-CD68-CC26-D8F3-5D6857C08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2AAA50-5A56-3255-C148-ADCF1827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A473-5CED-450B-9775-7BC0C9A9F9E4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7E223C4-829F-EE1A-D6A8-CAAA9BBD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3E7EE-E2DF-9317-1DA3-23FC3608C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0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1FA313-862F-A8D0-CE80-FD364A86C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98E894-1A24-0626-BE40-0DF10D62B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3412D1-598F-A0F2-7ED9-2CF17F6A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33EE4-17B4-49A9-807B-40B81CD9E28E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1ABEE7-BEF6-04D4-90C3-692E253F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2903B1-17A4-A47E-C1A6-7512C4EA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225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AB423C-300C-C9AB-059E-9A3BDEC34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BE2F41-E88A-71D4-3ABD-99F02AB8A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EE3B26-5B84-9EDB-83AF-5E6E5A43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C10B-BE6C-4DED-A0AE-DD0D20CCAB75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78144E-6822-AC3C-8F69-8A4EF28C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AEF2D0-F5B2-F20E-74B6-FE167A20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023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48B20-0C43-D227-532E-379F52D6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722FEF-321D-300C-BFC0-7C79DFF51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0D04C96-B1AF-AF87-8C51-2511D64AB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B13B59-D2E9-0DCE-4888-EFE71ED4A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1C3C5-1807-4C7E-8897-6E17AB54EB73}" type="datetime1">
              <a:rPr lang="en-GB" smtClean="0"/>
              <a:t>11/08/2026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D5EAFB-7AAD-10FF-BA8B-B1C55F2AA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F9C599-25D0-9FD4-5885-D1B13F54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23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B081A8-E0DC-665E-3C29-5531E383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99F380-12E1-4AFE-19E4-82027EF56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80C7C8-A8C0-0AF1-64EC-604F45AEA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1F7131B-76D6-71D6-D5B7-84772B54D9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E200BAE-50C0-E3D6-456E-D208FC686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458359B-AFAA-5AB4-CD22-F052A3A7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95409-B923-4213-A4F3-2289CB6CC8DD}" type="datetime1">
              <a:rPr lang="en-GB" smtClean="0"/>
              <a:t>11/08/2026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E3115EB-A194-9B50-C3CC-10C137B5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AFAEC1D-1406-2BE6-937B-B4E7081D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45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50F202-02A9-E467-B880-6C991A063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376DF8-381E-BC55-A22B-9A41C38E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CD547-B75B-411F-87F9-27ABA9B51B7B}" type="datetime1">
              <a:rPr lang="en-GB" smtClean="0"/>
              <a:t>11/08/2026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455A34-3EA1-7E36-2902-900C039EE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9E1DC2-9496-4F61-7F32-CEB6BDEEE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0432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49E342-9297-DA01-D645-89972B585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EB294-EEEA-470F-A35F-4E8A220DE19D}" type="datetime1">
              <a:rPr lang="en-GB" smtClean="0"/>
              <a:t>11/08/2026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CA7A761-E9A2-D0DD-5606-A27390BD2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B60EA6-7DCF-70A6-07C3-398D5ECC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2171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F95DF1-ABC4-E53E-14C0-A013B1FD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C59795-4280-7D2D-6009-A79D6F358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928F22-3AB4-5603-6F23-71DB9FB16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5F207D-9D0A-9FF0-1A5B-D750A99DE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8742D-9BBC-4140-AEA6-D7E30FBF73DB}" type="datetime1">
              <a:rPr lang="en-GB" smtClean="0"/>
              <a:t>11/08/2026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F51BC7-28F5-BAEE-A786-115B8FE6F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5C2A17-44F3-1144-DB14-CB7EAF39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973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E0421A-AAE7-DE06-0DA6-7F5A4C8C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271E842-58CE-E29B-0A14-6CB294853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F87C63-E88E-3F58-746C-817274FF1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25CB6D-0106-8391-EACC-D0C16C4B5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C71E0-A8AA-4910-A907-30E6049FF0EC}" type="datetime1">
              <a:rPr lang="en-GB" smtClean="0"/>
              <a:t>11/08/2026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519B5A-780F-3642-EF45-68370CF9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7A5F495-8EAF-D724-A4A6-D96135D1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13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70C0E0-9FB4-5792-C2EE-149C5ED4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2B52E6A-87A6-DA4A-BDC7-EC55F26DFF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76A273-39D9-3327-46DE-C111756C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C0B25-9B52-41D3-9934-430546D92454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2FDEC2-CBEE-4DB2-C13D-92AA9692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0BF55A-B1DE-7244-2F00-C41E6C2CB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2281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C4DAD6C-36D3-7BB1-F496-D660791B8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46E1FF6-CC80-6B8C-3998-5948E44D2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5CCE32-84DC-7414-94A1-72D9CAAE3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3E8EE3-3F62-4FD1-AAC7-C5474D4F6EF3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7162CF-E46A-A3C4-ACD0-2E536FF7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BD7CCE-CD6E-4AD1-A65E-6529B2560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025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C186C25-08B7-EEBF-FB28-5E35FA11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B73E8C-B520-904C-9375-6979300F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B34A44-597B-D7F9-C30C-05CE972E7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87158F-C3F2-4A14-B9E9-BE4D6A90181F}" type="datetime1">
              <a:rPr lang="en-GB" smtClean="0"/>
              <a:t>11/08/2026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107C4-D868-B52C-4446-C7C03A4DE8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0D8A55-D0AF-BED6-F718-FF4B5D786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7DBA0-33EC-4FF0-8540-728EBE2D593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183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9E6874E-E50A-90D0-CFD8-A0D77EE35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333" y="4359706"/>
            <a:ext cx="11853334" cy="1655762"/>
          </a:xfrm>
        </p:spPr>
        <p:txBody>
          <a:bodyPr>
            <a:normAutofit lnSpcReduction="10000"/>
          </a:bodyPr>
          <a:lstStyle/>
          <a:p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M</a:t>
            </a:r>
            <a:r>
              <a:rPr lang="en-GB" dirty="0">
                <a:latin typeface="Century Gothic" panose="020B0502020202020204" pitchFamily="34" charset="0"/>
              </a:rPr>
              <a:t>ach-Zehnder </a:t>
            </a:r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A</a:t>
            </a:r>
            <a:r>
              <a:rPr lang="en-GB" dirty="0">
                <a:latin typeface="Century Gothic" panose="020B0502020202020204" pitchFamily="34" charset="0"/>
              </a:rPr>
              <a:t>djoint-trained </a:t>
            </a:r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N</a:t>
            </a:r>
            <a:r>
              <a:rPr lang="en-GB" dirty="0">
                <a:latin typeface="Century Gothic" panose="020B0502020202020204" pitchFamily="34" charset="0"/>
              </a:rPr>
              <a:t>eural network for </a:t>
            </a:r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T</a:t>
            </a:r>
            <a:r>
              <a:rPr lang="en-GB" dirty="0">
                <a:latin typeface="Century Gothic" panose="020B0502020202020204" pitchFamily="34" charset="0"/>
              </a:rPr>
              <a:t>wo-class </a:t>
            </a:r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I</a:t>
            </a:r>
            <a:r>
              <a:rPr lang="en-GB" dirty="0">
                <a:latin typeface="Century Gothic" panose="020B0502020202020204" pitchFamily="34" charset="0"/>
              </a:rPr>
              <a:t>mage </a:t>
            </a:r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S</a:t>
            </a:r>
            <a:r>
              <a:rPr lang="en-GB" dirty="0">
                <a:latin typeface="Century Gothic" panose="020B0502020202020204" pitchFamily="34" charset="0"/>
              </a:rPr>
              <a:t>eparation</a:t>
            </a:r>
          </a:p>
          <a:p>
            <a:endParaRPr lang="en-GB" dirty="0">
              <a:latin typeface="Century Gothic" panose="020B0502020202020204" pitchFamily="34" charset="0"/>
            </a:endParaRPr>
          </a:p>
          <a:p>
            <a:r>
              <a:rPr lang="en-GB" dirty="0">
                <a:latin typeface="Century Gothic" panose="020B0502020202020204" pitchFamily="34" charset="0"/>
              </a:rPr>
              <a:t>Project Presentation</a:t>
            </a:r>
          </a:p>
          <a:p>
            <a:r>
              <a:rPr lang="en-GB" dirty="0">
                <a:latin typeface="Century Gothic" panose="020B0502020202020204" pitchFamily="34" charset="0"/>
              </a:rPr>
              <a:t>Tim Gühring </a:t>
            </a:r>
            <a:r>
              <a:rPr lang="en-GB" dirty="0">
                <a:solidFill>
                  <a:srgbClr val="3B785C"/>
                </a:solidFill>
                <a:latin typeface="Century Gothic" panose="020B0502020202020204" pitchFamily="34" charset="0"/>
              </a:rPr>
              <a:t>●</a:t>
            </a:r>
            <a:r>
              <a:rPr lang="en-GB" dirty="0">
                <a:latin typeface="Georgia" panose="02040502050405020303" pitchFamily="18" charset="0"/>
              </a:rPr>
              <a:t> </a:t>
            </a:r>
            <a:r>
              <a:rPr lang="en-GB" dirty="0">
                <a:latin typeface="Century Gothic" panose="020B0502020202020204" pitchFamily="34" charset="0"/>
              </a:rPr>
              <a:t>Leah Haase</a:t>
            </a:r>
          </a:p>
        </p:txBody>
      </p:sp>
      <p:pic>
        <p:nvPicPr>
          <p:cNvPr id="8" name="Grafik 7" descr="The image depicts a schematic diagram with a transistor, featuring a gate, source, and drain, and an additional wave pattern or circuit element.&#10;&#10;KI-generierte Inhalte können fehlerhaft sein.">
            <a:extLst>
              <a:ext uri="{FF2B5EF4-FFF2-40B4-BE49-F238E27FC236}">
                <a16:creationId xmlns:a16="http://schemas.microsoft.com/office/drawing/2014/main" id="{98296811-D3E2-8F87-5147-9CEE03E10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046"/>
          <a:stretch>
            <a:fillRect/>
          </a:stretch>
        </p:blipFill>
        <p:spPr>
          <a:xfrm>
            <a:off x="1631168" y="842532"/>
            <a:ext cx="8929664" cy="34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84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DE308-F277-6762-276F-B660D70F2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Classifying using MZI Meshes</a:t>
            </a:r>
          </a:p>
        </p:txBody>
      </p:sp>
      <p:pic>
        <p:nvPicPr>
          <p:cNvPr id="9" name="Inhaltsplatzhalter 8" descr="The image appears to be a schematic diagram illustrating a mathematical or physical concept, possibly related to wave functions or quantum mechanics, with a wave-like pattern and various mathematical symbols such as B, R, X, and a coordinate system indicating a range from 0 to 7 and a time parameter 0.2T.&#10;&#10;KI-generierte Inhalte können fehlerhaft sein.">
            <a:extLst>
              <a:ext uri="{FF2B5EF4-FFF2-40B4-BE49-F238E27FC236}">
                <a16:creationId xmlns:a16="http://schemas.microsoft.com/office/drawing/2014/main" id="{9DFEA5C1-5A32-7430-4F8A-EE3D10D24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510"/>
          <a:stretch>
            <a:fillRect/>
          </a:stretch>
        </p:blipFill>
        <p:spPr>
          <a:xfrm>
            <a:off x="838200" y="2135581"/>
            <a:ext cx="7202214" cy="2586837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0D8DC43-9CC9-8580-6C7A-3F377601ADC3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8467881-13DE-7758-7DF2-F88D53079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141469-26BC-D1C1-34F4-468C9F03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2</a:t>
            </a:fld>
            <a:endParaRPr lang="en-GB"/>
          </a:p>
        </p:txBody>
      </p:sp>
      <p:pic>
        <p:nvPicPr>
          <p:cNvPr id="12" name="Inhaltsplatzhalter 8" descr="The image appears to be a schematic diagram illustrating a mathematical or physical concept, possibly related to wave functions or quantum mechanics, with a wave-like pattern and various mathematical symbols such as B, R, X, and a coordinate system indicating a range from 0 to 7 and a time parameter 0.2T.&#10;&#10;KI-generierte Inhalte können fehlerhaft sein.">
            <a:extLst>
              <a:ext uri="{FF2B5EF4-FFF2-40B4-BE49-F238E27FC236}">
                <a16:creationId xmlns:a16="http://schemas.microsoft.com/office/drawing/2014/main" id="{43DF8682-E44E-9BE9-DB9B-780D02373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" t="1219" r="80161" b="-1219"/>
          <a:stretch>
            <a:fillRect/>
          </a:stretch>
        </p:blipFill>
        <p:spPr>
          <a:xfrm>
            <a:off x="10100443" y="2135580"/>
            <a:ext cx="2091557" cy="2586837"/>
          </a:xfrm>
          <a:prstGeom prst="rect">
            <a:avLst/>
          </a:prstGeom>
        </p:spPr>
      </p:pic>
      <p:pic>
        <p:nvPicPr>
          <p:cNvPr id="13" name="Inhaltsplatzhalter 8" descr="The image appears to be a schematic diagram illustrating a mathematical or physical concept, possibly related to wave functions or quantum mechanics, with a wave-like pattern and various mathematical symbols such as B, R, X, and a coordinate system indicating a range from 0 to 7 and a time parameter 0.2T.&#10;&#10;KI-generierte Inhalte können fehlerhaft sein.">
            <a:extLst>
              <a:ext uri="{FF2B5EF4-FFF2-40B4-BE49-F238E27FC236}">
                <a16:creationId xmlns:a16="http://schemas.microsoft.com/office/drawing/2014/main" id="{1DA27C6F-94FD-F427-5853-1B0DE0624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1" r="71014"/>
          <a:stretch>
            <a:fillRect/>
          </a:stretch>
        </p:blipFill>
        <p:spPr>
          <a:xfrm>
            <a:off x="8659210" y="2135580"/>
            <a:ext cx="1030014" cy="258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77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A583F-DD5F-C00A-2FC7-55ED0A4E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2DBA44E-3E9D-D614-2C91-E4678EFE9604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E70F31-9CA0-8DEC-7D0F-EFEFB2CB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30A716-F70E-5B31-A2AB-3ABF75C9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3</a:t>
            </a:fld>
            <a:endParaRPr lang="en-GB"/>
          </a:p>
        </p:txBody>
      </p:sp>
      <p:pic>
        <p:nvPicPr>
          <p:cNvPr id="11" name="Grafik 10" descr="The winner takes it all.&#10;&#10;KI-generierte Inhalte können fehlerhaft sein.">
            <a:extLst>
              <a:ext uri="{FF2B5EF4-FFF2-40B4-BE49-F238E27FC236}">
                <a16:creationId xmlns:a16="http://schemas.microsoft.com/office/drawing/2014/main" id="{1C289230-827C-9C3F-0157-38DC6B47B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566"/>
            <a:ext cx="12192000" cy="5564971"/>
          </a:xfrm>
          <a:prstGeom prst="rect">
            <a:avLst/>
          </a:prstGeom>
        </p:spPr>
      </p:pic>
      <p:pic>
        <p:nvPicPr>
          <p:cNvPr id="12" name="Inhaltsplatzhalter 8" descr="The image appears to be a schematic diagram illustrating a mathematical or physical concept, possibly related to wave functions or quantum mechanics, with a wave-like pattern and various mathematical symbols such as B, R, X, and a coordinate system indicating a range from 0 to 7 and a time parameter 0.2T.&#10;&#10;KI-generierte Inhalte können fehlerhaft sein.">
            <a:extLst>
              <a:ext uri="{FF2B5EF4-FFF2-40B4-BE49-F238E27FC236}">
                <a16:creationId xmlns:a16="http://schemas.microsoft.com/office/drawing/2014/main" id="{32631CE5-2992-92C7-101C-40E41B473F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" t="42716" r="86583" b="8601"/>
          <a:stretch>
            <a:fillRect/>
          </a:stretch>
        </p:blipFill>
        <p:spPr>
          <a:xfrm>
            <a:off x="4377229" y="943103"/>
            <a:ext cx="410045" cy="424397"/>
          </a:xfrm>
          <a:prstGeom prst="rect">
            <a:avLst/>
          </a:prstGeom>
        </p:spPr>
      </p:pic>
      <p:pic>
        <p:nvPicPr>
          <p:cNvPr id="14" name="Grafik 13" descr="The winner takes it all.&#10;&#10;KI-generierte Inhalte können fehlerhaft sein.">
            <a:extLst>
              <a:ext uri="{FF2B5EF4-FFF2-40B4-BE49-F238E27FC236}">
                <a16:creationId xmlns:a16="http://schemas.microsoft.com/office/drawing/2014/main" id="{0E7044C2-7B9C-A0C3-3AAC-849D628439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3125"/>
          <a:stretch>
            <a:fillRect/>
          </a:stretch>
        </p:blipFill>
        <p:spPr>
          <a:xfrm>
            <a:off x="4038600" y="543565"/>
            <a:ext cx="8153400" cy="556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75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42EA8-CAD4-D73F-D48E-C918BD3A6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DC8682CB-8C3B-37B4-C91B-F66C50028A4C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4F9ED-8EE7-E504-F8B3-935406C5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B85FAB-356D-5DE7-F73B-400A1E44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4</a:t>
            </a:fld>
            <a:endParaRPr lang="en-GB"/>
          </a:p>
        </p:txBody>
      </p:sp>
      <p:pic>
        <p:nvPicPr>
          <p:cNvPr id="11" name="Grafik 10" descr="The winner takes it all.&#10;&#10;KI-generierte Inhalte können fehlerhaft sein.">
            <a:extLst>
              <a:ext uri="{FF2B5EF4-FFF2-40B4-BE49-F238E27FC236}">
                <a16:creationId xmlns:a16="http://schemas.microsoft.com/office/drawing/2014/main" id="{882868E6-9DA9-11AA-7F9E-C03E2DD42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566"/>
            <a:ext cx="12192000" cy="5564971"/>
          </a:xfrm>
          <a:prstGeom prst="rect">
            <a:avLst/>
          </a:prstGeom>
        </p:spPr>
      </p:pic>
      <p:pic>
        <p:nvPicPr>
          <p:cNvPr id="14" name="Grafik 13" descr="The winner takes it all.&#10;&#10;KI-generierte Inhalte können fehlerhaft sein.">
            <a:extLst>
              <a:ext uri="{FF2B5EF4-FFF2-40B4-BE49-F238E27FC236}">
                <a16:creationId xmlns:a16="http://schemas.microsoft.com/office/drawing/2014/main" id="{99B6AD63-CF8D-5091-48C8-691B5170C2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3775"/>
          <a:stretch>
            <a:fillRect/>
          </a:stretch>
        </p:blipFill>
        <p:spPr>
          <a:xfrm>
            <a:off x="10213848" y="543565"/>
            <a:ext cx="1978152" cy="556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8B90-7297-B56A-FB53-4B757DE20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F80FE6D-B4F0-3245-A999-CED8A93A9EAA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B13D1D-EEBB-5C5B-2464-6A3C4442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1E9BDC-4208-5262-9331-7D90D3188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5</a:t>
            </a:fld>
            <a:endParaRPr lang="en-GB"/>
          </a:p>
        </p:txBody>
      </p:sp>
      <p:pic>
        <p:nvPicPr>
          <p:cNvPr id="11" name="Grafik 10" descr="The winner takes it all.&#10;&#10;KI-generierte Inhalte können fehlerhaft sein.">
            <a:extLst>
              <a:ext uri="{FF2B5EF4-FFF2-40B4-BE49-F238E27FC236}">
                <a16:creationId xmlns:a16="http://schemas.microsoft.com/office/drawing/2014/main" id="{AA10B270-5871-7578-FA33-7503B1CF9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566"/>
            <a:ext cx="12192000" cy="556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59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24484-CCE6-77B5-9F1A-C5105D2F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0DA0692-AC13-4494-165D-E7B3FA90ADB8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59FDD0F2-3829-FF80-F602-61E876A1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Learning via Adjoint-based Backpropagation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92F03E-1EF9-236F-E69E-9AB5C966D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8" y="5167311"/>
            <a:ext cx="4721353" cy="352949"/>
          </a:xfrm>
        </p:spPr>
        <p:txBody>
          <a:bodyPr/>
          <a:lstStyle/>
          <a:p>
            <a:pPr algn="l"/>
            <a:r>
              <a:rPr lang="de-DE" dirty="0">
                <a:latin typeface="Century Gothic" panose="020B0502020202020204" pitchFamily="34" charset="0"/>
              </a:rPr>
              <a:t>[1] Amini, A., et al. (2018). </a:t>
            </a:r>
            <a:r>
              <a:rPr lang="de-DE" dirty="0" err="1">
                <a:latin typeface="Century Gothic" panose="020B0502020202020204" pitchFamily="34" charset="0"/>
              </a:rPr>
              <a:t>Spatial</a:t>
            </a:r>
            <a:r>
              <a:rPr lang="de-DE" dirty="0">
                <a:latin typeface="Century Gothic" panose="020B0502020202020204" pitchFamily="34" charset="0"/>
              </a:rPr>
              <a:t> </a:t>
            </a:r>
            <a:r>
              <a:rPr lang="de-DE" dirty="0" err="1">
                <a:latin typeface="Century Gothic" panose="020B0502020202020204" pitchFamily="34" charset="0"/>
              </a:rPr>
              <a:t>Uncertainty</a:t>
            </a:r>
            <a:r>
              <a:rPr lang="de-DE" dirty="0">
                <a:latin typeface="Century Gothic" panose="020B0502020202020204" pitchFamily="34" charset="0"/>
              </a:rPr>
              <a:t> Sampling for End-to-End Control.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81FB9E-01C2-8B2E-3DBE-6BAD909AC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6</a:t>
            </a:fld>
            <a:endParaRPr lang="en-GB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53D2C24E-BE15-C226-AC51-72E9AAEB0A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00037"/>
            <a:ext cx="4721352" cy="3147568"/>
          </a:xfrm>
          <a:prstGeom prst="rect">
            <a:avLst/>
          </a:prstGeom>
        </p:spPr>
      </p:pic>
      <p:pic>
        <p:nvPicPr>
          <p:cNvPr id="16" name="Grafik 15" descr="The image depicts a mathematical expression showing the differential change in a quantity (dL) being equal to negative two times the product of imaginary number (Im) and a variable (p).&#10;&#10;KI-generierte Inhalte können fehlerhaft sein.">
            <a:extLst>
              <a:ext uri="{FF2B5EF4-FFF2-40B4-BE49-F238E27FC236}">
                <a16:creationId xmlns:a16="http://schemas.microsoft.com/office/drawing/2014/main" id="{509FCD75-699F-7486-FB60-7B25F324DA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2529"/>
          <a:stretch>
            <a:fillRect/>
          </a:stretch>
        </p:blipFill>
        <p:spPr>
          <a:xfrm>
            <a:off x="5957294" y="1531952"/>
            <a:ext cx="883773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50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3062-94BD-5C5A-9460-22D453AE2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94327F0-70FB-D426-9290-D2B49ACA21A0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58FB539C-E11A-4D0E-71B3-10217C0DE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Learning via Adjoint-based Backpropagation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AB31E6-71E6-4312-56A5-1FEF30938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8" y="5167311"/>
            <a:ext cx="4721353" cy="352949"/>
          </a:xfrm>
        </p:spPr>
        <p:txBody>
          <a:bodyPr/>
          <a:lstStyle/>
          <a:p>
            <a:pPr algn="l"/>
            <a:r>
              <a:rPr lang="de-DE" dirty="0">
                <a:latin typeface="Century Gothic" panose="020B0502020202020204" pitchFamily="34" charset="0"/>
              </a:rPr>
              <a:t>[1] Amini, A., et al. (2018). </a:t>
            </a:r>
            <a:r>
              <a:rPr lang="de-DE" dirty="0" err="1">
                <a:latin typeface="Century Gothic" panose="020B0502020202020204" pitchFamily="34" charset="0"/>
              </a:rPr>
              <a:t>Spatial</a:t>
            </a:r>
            <a:r>
              <a:rPr lang="de-DE" dirty="0">
                <a:latin typeface="Century Gothic" panose="020B0502020202020204" pitchFamily="34" charset="0"/>
              </a:rPr>
              <a:t> </a:t>
            </a:r>
            <a:r>
              <a:rPr lang="de-DE" dirty="0" err="1">
                <a:latin typeface="Century Gothic" panose="020B0502020202020204" pitchFamily="34" charset="0"/>
              </a:rPr>
              <a:t>Uncertainty</a:t>
            </a:r>
            <a:r>
              <a:rPr lang="de-DE" dirty="0">
                <a:latin typeface="Century Gothic" panose="020B0502020202020204" pitchFamily="34" charset="0"/>
              </a:rPr>
              <a:t> Sampling for End-to-End Control.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C4259A0-2DA9-3D3F-2586-BF55E665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7</a:t>
            </a:fld>
            <a:endParaRPr lang="en-GB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DF093E20-61C7-9014-7D12-5A40D592F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00037"/>
            <a:ext cx="4721352" cy="3147568"/>
          </a:xfrm>
          <a:prstGeom prst="rect">
            <a:avLst/>
          </a:prstGeom>
        </p:spPr>
      </p:pic>
      <p:pic>
        <p:nvPicPr>
          <p:cNvPr id="16" name="Grafik 15" descr="The image depicts a mathematical expression showing the differential change in a quantity (dL) being equal to negative two times the product of imaginary number (Im) and a variable (p).&#10;&#10;KI-generierte Inhalte können fehlerhaft sein.">
            <a:extLst>
              <a:ext uri="{FF2B5EF4-FFF2-40B4-BE49-F238E27FC236}">
                <a16:creationId xmlns:a16="http://schemas.microsoft.com/office/drawing/2014/main" id="{63E026B4-57D1-D75F-8562-6585D79D4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294" y="1531952"/>
            <a:ext cx="5058670" cy="1325564"/>
          </a:xfrm>
          <a:prstGeom prst="rect">
            <a:avLst/>
          </a:prstGeom>
        </p:spPr>
      </p:pic>
      <p:pic>
        <p:nvPicPr>
          <p:cNvPr id="18" name="Grafik 17" descr="The image depicts a mathematical expression showing the differential change in a quantity (dL) being equal to negative two times the product of imaginary number (Im) and a variable (p).&#10;&#10;KI-generierte Inhalte können fehlerhaft sein.">
            <a:extLst>
              <a:ext uri="{FF2B5EF4-FFF2-40B4-BE49-F238E27FC236}">
                <a16:creationId xmlns:a16="http://schemas.microsoft.com/office/drawing/2014/main" id="{EBBED9D0-A2E2-C993-C984-9A6D84429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294" y="1531952"/>
            <a:ext cx="5058670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795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31C77-D3DA-4BB5-33D3-774B04727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D30E5-A04E-045F-996D-EBC41BD5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Learning via Adjoint-based Backpropagation </a:t>
            </a:r>
            <a:endParaRPr lang="en-GB" sz="3600" dirty="0"/>
          </a:p>
        </p:txBody>
      </p:sp>
      <p:pic>
        <p:nvPicPr>
          <p:cNvPr id="8" name="Inhaltsplatzhalter 7" descr="The provided text appears to be a sequence of chapters and numerical data, potentially from a textbook or a study material, which is not directly related to any visual image. If you have an image you need described, please provide the image for me to assist you.&#10;&#10;KI-generierte Inhalte können fehlerhaft sein.">
            <a:extLst>
              <a:ext uri="{FF2B5EF4-FFF2-40B4-BE49-F238E27FC236}">
                <a16:creationId xmlns:a16="http://schemas.microsoft.com/office/drawing/2014/main" id="{24CE7EBC-4359-4901-6DAB-75C7E7B33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7851"/>
            <a:ext cx="10515600" cy="2977083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7DBBC1F-2F2F-2AF8-BDC5-6DC8A84B6954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5F9A58-B64C-B7E4-6CF1-ED38B08B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A393B4-0FE3-87F5-9B69-E5E21DF76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8</a:t>
            </a:fld>
            <a:endParaRPr lang="en-GB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911E545C-2BC3-4CFE-708B-5768DDA9EBE6}"/>
              </a:ext>
            </a:extLst>
          </p:cNvPr>
          <p:cNvSpPr/>
          <p:nvPr/>
        </p:nvSpPr>
        <p:spPr>
          <a:xfrm>
            <a:off x="1744132" y="3030858"/>
            <a:ext cx="5012268" cy="60113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56E3F55-5BB0-DCA0-DA05-F37210240D33}"/>
                  </a:ext>
                </a:extLst>
              </p:cNvPr>
              <p:cNvSpPr txBox="1"/>
              <p:nvPr/>
            </p:nvSpPr>
            <p:spPr>
              <a:xfrm>
                <a:off x="2187654" y="5543840"/>
                <a:ext cx="931217" cy="530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457200" indent="-457200">
                  <a:buClr>
                    <a:srgbClr val="FFC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de-DE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456E3F55-5BB0-DCA0-DA05-F37210240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654" y="5543840"/>
                <a:ext cx="931217" cy="5304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230E546-ED43-17ED-EB27-80E7A10F8B0D}"/>
                  </a:ext>
                </a:extLst>
              </p:cNvPr>
              <p:cNvSpPr txBox="1"/>
              <p:nvPr/>
            </p:nvSpPr>
            <p:spPr>
              <a:xfrm>
                <a:off x="4685320" y="5480618"/>
                <a:ext cx="1165832" cy="6568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457200" indent="-457200">
                  <a:buClr>
                    <a:srgbClr val="3B785C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de-DE" sz="3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de-DE" sz="32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DE" sz="32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de-DE" sz="3200" b="0" i="1" smtClean="0">
                            <a:latin typeface="Cambria Math" panose="02040503050406030204" pitchFamily="18" charset="0"/>
                          </a:rPr>
                          <m:t>adj</m:t>
                        </m:r>
                      </m:sup>
                    </m:sSubSup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8230E546-ED43-17ED-EB27-80E7A10F8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320" y="5480618"/>
                <a:ext cx="1165832" cy="6568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feil: nach rechts 14">
            <a:extLst>
              <a:ext uri="{FF2B5EF4-FFF2-40B4-BE49-F238E27FC236}">
                <a16:creationId xmlns:a16="http://schemas.microsoft.com/office/drawing/2014/main" id="{F190A8D3-8D6D-A9C9-FBC9-3194D9F6C4BC}"/>
              </a:ext>
            </a:extLst>
          </p:cNvPr>
          <p:cNvSpPr/>
          <p:nvPr/>
        </p:nvSpPr>
        <p:spPr>
          <a:xfrm rot="10800000">
            <a:off x="1744132" y="3030858"/>
            <a:ext cx="5012268" cy="601134"/>
          </a:xfrm>
          <a:prstGeom prst="rightArrow">
            <a:avLst/>
          </a:prstGeom>
          <a:solidFill>
            <a:srgbClr val="3B78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79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/>
      <p:bldP spid="14" grpId="0"/>
      <p:bldP spid="15" grpId="0" animBg="1"/>
      <p:bldP spid="1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52E4-3ABB-E8D1-4860-75F40B845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E447B2A-997E-C167-3BFB-80E2C06CD329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F7515B13-CC5C-B484-5C81-C0B2BC98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Learning via Adjoint-based Backpropagation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75E486E-398B-0F2C-DABF-C0CD01A1C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198" y="5167311"/>
            <a:ext cx="4721353" cy="352949"/>
          </a:xfrm>
        </p:spPr>
        <p:txBody>
          <a:bodyPr/>
          <a:lstStyle/>
          <a:p>
            <a:pPr algn="l"/>
            <a:r>
              <a:rPr lang="de-DE" dirty="0">
                <a:latin typeface="Century Gothic" panose="020B0502020202020204" pitchFamily="34" charset="0"/>
              </a:rPr>
              <a:t>[1] Amini, A., et al. (2018). </a:t>
            </a:r>
            <a:r>
              <a:rPr lang="de-DE" dirty="0" err="1">
                <a:latin typeface="Century Gothic" panose="020B0502020202020204" pitchFamily="34" charset="0"/>
              </a:rPr>
              <a:t>Spatial</a:t>
            </a:r>
            <a:r>
              <a:rPr lang="de-DE" dirty="0">
                <a:latin typeface="Century Gothic" panose="020B0502020202020204" pitchFamily="34" charset="0"/>
              </a:rPr>
              <a:t> </a:t>
            </a:r>
            <a:r>
              <a:rPr lang="de-DE" dirty="0" err="1">
                <a:latin typeface="Century Gothic" panose="020B0502020202020204" pitchFamily="34" charset="0"/>
              </a:rPr>
              <a:t>Uncertainty</a:t>
            </a:r>
            <a:r>
              <a:rPr lang="de-DE" dirty="0">
                <a:latin typeface="Century Gothic" panose="020B0502020202020204" pitchFamily="34" charset="0"/>
              </a:rPr>
              <a:t> Sampling for End-to-End Control.</a:t>
            </a:r>
            <a:endParaRPr lang="en-GB" dirty="0">
              <a:latin typeface="Century Gothic" panose="020B0502020202020204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2B649A-2B02-0020-5705-D36BE39D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9</a:t>
            </a:fld>
            <a:endParaRPr lang="en-GB"/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F7C42834-BE05-7998-DE0A-EC927B6923D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000037"/>
            <a:ext cx="4721352" cy="3147568"/>
          </a:xfrm>
          <a:prstGeom prst="rect">
            <a:avLst/>
          </a:prstGeom>
        </p:spPr>
      </p:pic>
      <p:pic>
        <p:nvPicPr>
          <p:cNvPr id="16" name="Grafik 15" descr="The image depicts a mathematical expression showing the differential change in a quantity (dL) being equal to negative two times the product of imaginary number (Im) and a variable (p).&#10;&#10;KI-generierte Inhalte können fehlerhaft sein.">
            <a:extLst>
              <a:ext uri="{FF2B5EF4-FFF2-40B4-BE49-F238E27FC236}">
                <a16:creationId xmlns:a16="http://schemas.microsoft.com/office/drawing/2014/main" id="{B651510B-027B-57C7-96A7-27BC4796D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294" y="1531952"/>
            <a:ext cx="5058670" cy="1325564"/>
          </a:xfrm>
          <a:prstGeom prst="rect">
            <a:avLst/>
          </a:prstGeom>
        </p:spPr>
      </p:pic>
      <p:pic>
        <p:nvPicPr>
          <p:cNvPr id="18" name="Grafik 17" descr="The image depicts a mathematical expression showing the differential change in a quantity (dL) being equal to negative two times the product of imaginary number (Im) and a variable (p).&#10;&#10;KI-generierte Inhalte können fehlerhaft sein.">
            <a:extLst>
              <a:ext uri="{FF2B5EF4-FFF2-40B4-BE49-F238E27FC236}">
                <a16:creationId xmlns:a16="http://schemas.microsoft.com/office/drawing/2014/main" id="{ABA296E2-1743-C6E6-82C5-78D7DCFE1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294" y="1531952"/>
            <a:ext cx="5058670" cy="132556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B085051-529B-A327-BDDC-494AC1E246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11148" y="3416866"/>
            <a:ext cx="3563782" cy="862611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3C0F2357-9AB9-AB6F-1938-AB1005772F67}"/>
              </a:ext>
            </a:extLst>
          </p:cNvPr>
          <p:cNvCxnSpPr/>
          <p:nvPr/>
        </p:nvCxnSpPr>
        <p:spPr>
          <a:xfrm>
            <a:off x="3058510" y="2753710"/>
            <a:ext cx="160283" cy="1038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7D5BB26-51F9-019D-DCC1-6712269C723F}"/>
              </a:ext>
            </a:extLst>
          </p:cNvPr>
          <p:cNvCxnSpPr>
            <a:cxnSpLocks/>
          </p:cNvCxnSpPr>
          <p:nvPr/>
        </p:nvCxnSpPr>
        <p:spPr>
          <a:xfrm>
            <a:off x="3198874" y="2857516"/>
            <a:ext cx="193340" cy="880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71192AC2-D011-49FA-265D-1F9EA78C4215}"/>
              </a:ext>
            </a:extLst>
          </p:cNvPr>
          <p:cNvCxnSpPr>
            <a:cxnSpLocks/>
          </p:cNvCxnSpPr>
          <p:nvPr/>
        </p:nvCxnSpPr>
        <p:spPr>
          <a:xfrm>
            <a:off x="3392214" y="2945524"/>
            <a:ext cx="191814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A06238D-0578-BB49-AE3A-756701DE58E0}"/>
              </a:ext>
            </a:extLst>
          </p:cNvPr>
          <p:cNvCxnSpPr>
            <a:cxnSpLocks/>
          </p:cNvCxnSpPr>
          <p:nvPr/>
        </p:nvCxnSpPr>
        <p:spPr>
          <a:xfrm>
            <a:off x="3584028" y="3021724"/>
            <a:ext cx="191814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6E5B00A9-9961-8F51-632E-F89FCAF17CC2}"/>
              </a:ext>
            </a:extLst>
          </p:cNvPr>
          <p:cNvCxnSpPr>
            <a:cxnSpLocks/>
          </p:cNvCxnSpPr>
          <p:nvPr/>
        </p:nvCxnSpPr>
        <p:spPr>
          <a:xfrm>
            <a:off x="3775842" y="3097924"/>
            <a:ext cx="191814" cy="590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C2D8555-20EB-3B94-675D-1CF89101B041}"/>
              </a:ext>
            </a:extLst>
          </p:cNvPr>
          <p:cNvCxnSpPr>
            <a:cxnSpLocks/>
          </p:cNvCxnSpPr>
          <p:nvPr/>
        </p:nvCxnSpPr>
        <p:spPr>
          <a:xfrm>
            <a:off x="3967656" y="3156982"/>
            <a:ext cx="178894" cy="76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34A061F-C839-A0A3-F4B4-34459C1B04F5}"/>
              </a:ext>
            </a:extLst>
          </p:cNvPr>
          <p:cNvCxnSpPr>
            <a:cxnSpLocks/>
          </p:cNvCxnSpPr>
          <p:nvPr/>
        </p:nvCxnSpPr>
        <p:spPr>
          <a:xfrm>
            <a:off x="4146550" y="3233182"/>
            <a:ext cx="147638" cy="973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F78186C5-240C-2A03-5BEA-56602728D768}"/>
              </a:ext>
            </a:extLst>
          </p:cNvPr>
          <p:cNvCxnSpPr>
            <a:cxnSpLocks/>
          </p:cNvCxnSpPr>
          <p:nvPr/>
        </p:nvCxnSpPr>
        <p:spPr>
          <a:xfrm>
            <a:off x="4294188" y="3331607"/>
            <a:ext cx="50800" cy="1624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F34ADEB4-B3DE-BF48-0E44-DA88491873C2}"/>
              </a:ext>
            </a:extLst>
          </p:cNvPr>
          <p:cNvCxnSpPr>
            <a:cxnSpLocks/>
          </p:cNvCxnSpPr>
          <p:nvPr/>
        </p:nvCxnSpPr>
        <p:spPr>
          <a:xfrm flipH="1">
            <a:off x="4294188" y="3492580"/>
            <a:ext cx="50800" cy="1332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C3A51DB9-2058-60B1-867A-79D5F68D182C}"/>
              </a:ext>
            </a:extLst>
          </p:cNvPr>
          <p:cNvCxnSpPr>
            <a:cxnSpLocks/>
          </p:cNvCxnSpPr>
          <p:nvPr/>
        </p:nvCxnSpPr>
        <p:spPr>
          <a:xfrm flipH="1">
            <a:off x="4173538" y="3625850"/>
            <a:ext cx="120650" cy="825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EF227BD2-89DC-59A8-7A3B-213A76547010}"/>
              </a:ext>
            </a:extLst>
          </p:cNvPr>
          <p:cNvCxnSpPr>
            <a:cxnSpLocks/>
          </p:cNvCxnSpPr>
          <p:nvPr/>
        </p:nvCxnSpPr>
        <p:spPr>
          <a:xfrm flipH="1">
            <a:off x="4040118" y="3708400"/>
            <a:ext cx="133420" cy="669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78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C0B5-65EB-AD91-54D8-E358BB89B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21A0B679-7336-142F-C5CF-42FAAAFF87BA}"/>
              </a:ext>
            </a:extLst>
          </p:cNvPr>
          <p:cNvSpPr/>
          <p:nvPr/>
        </p:nvSpPr>
        <p:spPr>
          <a:xfrm>
            <a:off x="-1" y="1"/>
            <a:ext cx="12192001" cy="68579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2637FB5-5EAD-7796-1143-E50132779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Learning via Adjoint-based Backpropagation </a:t>
            </a:r>
            <a:endParaRPr lang="en-GB" sz="3600" dirty="0"/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16BA9905-DF18-6456-3824-78A0BCEB5686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05EA70-C2A1-A2F8-3F6B-0ECFC737C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2E1C95-3648-B6EE-4C43-300C217E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10</a:t>
            </a:fld>
            <a:endParaRPr lang="en-GB"/>
          </a:p>
        </p:txBody>
      </p:sp>
      <p:pic>
        <p:nvPicPr>
          <p:cNvPr id="9" name="class7_random">
            <a:hlinkClick r:id="" action="ppaction://media"/>
            <a:extLst>
              <a:ext uri="{FF2B5EF4-FFF2-40B4-BE49-F238E27FC236}">
                <a16:creationId xmlns:a16="http://schemas.microsoft.com/office/drawing/2014/main" id="{DF8DBF6E-7962-F67A-18B3-EF364CD4972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937478"/>
            <a:ext cx="12192000" cy="4439478"/>
          </a:xfrm>
        </p:spPr>
      </p:pic>
    </p:spTree>
    <p:extLst>
      <p:ext uri="{BB962C8B-B14F-4D97-AF65-F5344CB8AC3E}">
        <p14:creationId xmlns:p14="http://schemas.microsoft.com/office/powerpoint/2010/main" val="22127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479EB-8650-57AB-6696-73B087AA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46A12B15-3EF3-B765-2063-16F11A057FF4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55EB1F46-A4C5-0A9E-7B3E-38F1EC95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Linear Regression shows high accuracy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2688D8-95C3-DAB7-6B41-17572B5C1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11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A9AB3919-584E-2149-8F1A-6C75B0890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GB" dirty="0">
                    <a:latin typeface="Century Gothic" panose="020B0502020202020204" pitchFamily="34" charset="0"/>
                  </a:rPr>
                  <a:t>Highest value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i="0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GB" dirty="0">
                  <a:latin typeface="Century Gothic" panose="020B0502020202020204" pitchFamily="34" charset="0"/>
                </a:endParaRPr>
              </a:p>
              <a:p>
                <a:pPr lvl="1"/>
                <a:r>
                  <a:rPr lang="en-GB" sz="2800" dirty="0">
                    <a:latin typeface="Century Gothic" panose="020B0502020202020204" pitchFamily="34" charset="0"/>
                  </a:rPr>
                  <a:t>Test-accuracy: 99.75%</a:t>
                </a:r>
              </a:p>
              <a:p>
                <a:pPr lvl="1"/>
                <a:r>
                  <a:rPr lang="en-GB" sz="2800" dirty="0">
                    <a:latin typeface="Century Gothic" panose="020B0502020202020204" pitchFamily="34" charset="0"/>
                  </a:rPr>
                  <a:t>Confusion matrix: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GB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brk m:alnAt="7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m:rPr>
                                  <m:brk m:alnAt="7"/>
                                </m:rP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de-DE" sz="2800" b="0" i="1" smtClean="0"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dirty="0">
                  <a:latin typeface="Century Gothic" panose="020B0502020202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dirty="0">
                    <a:latin typeface="Century Gothic" panose="020B0502020202020204" pitchFamily="34" charset="0"/>
                  </a:rPr>
                  <a:t> 7 and 1 are linear separable</a:t>
                </a:r>
              </a:p>
            </p:txBody>
          </p:sp>
        </mc:Choice>
        <mc:Fallback>
          <p:sp>
            <p:nvSpPr>
              <p:cNvPr id="8" name="Inhaltsplatzhalter 7">
                <a:extLst>
                  <a:ext uri="{FF2B5EF4-FFF2-40B4-BE49-F238E27FC236}">
                    <a16:creationId xmlns:a16="http://schemas.microsoft.com/office/drawing/2014/main" id="{A9AB3919-584E-2149-8F1A-6C75B0890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02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CEFA-1D3B-224D-11CD-BAF8F7DD1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618CB609-870D-17FF-E200-7D9AC2BD3EA1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BA625502-982B-596C-C09B-9B7711F03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25" y="362592"/>
            <a:ext cx="11202749" cy="132556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Parameter initialization accelerates convergence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9E0F67-F9AB-F78B-70F7-AA5543DE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12</a:t>
            </a:fld>
            <a:endParaRPr lang="en-GB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CE85D55-3E2F-64B9-DEDE-63402DA5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4" name="Grafik 3" descr="The provided text appears to be a list of numerical values and labels, likely related to a scientific or technical graph or diagram. However, without the actual image, I cannot describe it. If you can provide the image, I'd be happy to help you describe it.&#10;&#10;KI-generierte Inhalte können fehlerhaft sein.">
            <a:extLst>
              <a:ext uri="{FF2B5EF4-FFF2-40B4-BE49-F238E27FC236}">
                <a16:creationId xmlns:a16="http://schemas.microsoft.com/office/drawing/2014/main" id="{B0BD38B8-6427-F4E8-F76A-C6CB2621F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25" y="1569519"/>
            <a:ext cx="11529541" cy="417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9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672EF-B11D-D280-3CCD-73393F231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C4814434-E9EE-AE91-16F5-1BAE955C3D89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CA71B622-F1D3-C5E9-F483-37C59A284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25" y="362592"/>
            <a:ext cx="11202749" cy="1325563"/>
          </a:xfrm>
        </p:spPr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Parameter initialization accelerates convergence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3A0AF3-92E4-34D3-4E9F-4BA52108F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13</a:t>
            </a:fld>
            <a:endParaRPr lang="en-GB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D9D120A5-9664-3B93-AB13-49470A36E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GB" dirty="0"/>
          </a:p>
        </p:txBody>
      </p:sp>
      <p:pic>
        <p:nvPicPr>
          <p:cNvPr id="6" name="Grafik 5" descr="The diagram shows a comparison of different initializations (random, Haar) on the accuracy and training loss of a model over various epochs, with a slight improvement in accuracy and a decrease in loss as the number of epochs increases.&#10;&#10;KI-generierte Inhalte können fehlerhaft sein.">
            <a:extLst>
              <a:ext uri="{FF2B5EF4-FFF2-40B4-BE49-F238E27FC236}">
                <a16:creationId xmlns:a16="http://schemas.microsoft.com/office/drawing/2014/main" id="{517C9A56-FA79-681C-73A3-FC51FEAD7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35" y="1825625"/>
            <a:ext cx="11297327" cy="425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32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595D-4059-736D-E0AA-0E11A551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1D50AAF-E8BD-1CEA-A4ED-6E5FD8824FC7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AD71838E-C3E8-12B4-63C4-08FE6E6D3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Phase-encoding improves accuracy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00EEAB-AA26-293F-D291-4BC0B05F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14</a:t>
            </a:fld>
            <a:endParaRPr lang="en-GB"/>
          </a:p>
        </p:txBody>
      </p:sp>
      <p:pic>
        <p:nvPicPr>
          <p:cNvPr id="4" name="Inhaltsplatzhalter 3" descr="The image depicts a mathematical expression involving a wave function E(r,t) = ei(k.r+wt), where ei represents a complex exponential function, k is a wave number, r is a position vector, w is a frequency, and t is time.&#10;&#10;KI-generierte Inhalte können fehlerhaft sein.">
            <a:extLst>
              <a:ext uri="{FF2B5EF4-FFF2-40B4-BE49-F238E27FC236}">
                <a16:creationId xmlns:a16="http://schemas.microsoft.com/office/drawing/2014/main" id="{0D9FB44B-4735-4336-DC58-686C9B3205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7344800" cy="241016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AAB1595-C26F-30C4-3ACB-D4B2791EECB8}"/>
              </a:ext>
            </a:extLst>
          </p:cNvPr>
          <p:cNvSpPr txBox="1"/>
          <p:nvPr/>
        </p:nvSpPr>
        <p:spPr>
          <a:xfrm>
            <a:off x="1205654" y="5021552"/>
            <a:ext cx="350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Amplitude encoding</a:t>
            </a:r>
          </a:p>
        </p:txBody>
      </p:sp>
      <p:cxnSp>
        <p:nvCxnSpPr>
          <p:cNvPr id="10" name="Verbinder: gekrümmt 9">
            <a:extLst>
              <a:ext uri="{FF2B5EF4-FFF2-40B4-BE49-F238E27FC236}">
                <a16:creationId xmlns:a16="http://schemas.microsoft.com/office/drawing/2014/main" id="{710E9377-2699-2173-541C-D9AE48DB67B9}"/>
              </a:ext>
            </a:extLst>
          </p:cNvPr>
          <p:cNvCxnSpPr>
            <a:stCxn id="3" idx="0"/>
          </p:cNvCxnSpPr>
          <p:nvPr/>
        </p:nvCxnSpPr>
        <p:spPr>
          <a:xfrm rot="5400000" flipH="1" flipV="1">
            <a:off x="2946838" y="2265243"/>
            <a:ext cx="2766032" cy="2746586"/>
          </a:xfrm>
          <a:prstGeom prst="curvedConnector3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Verbinder: gekrümmt 11">
            <a:extLst>
              <a:ext uri="{FF2B5EF4-FFF2-40B4-BE49-F238E27FC236}">
                <a16:creationId xmlns:a16="http://schemas.microsoft.com/office/drawing/2014/main" id="{0DE79580-F4F1-FE99-9991-20E155A5FA49}"/>
              </a:ext>
            </a:extLst>
          </p:cNvPr>
          <p:cNvCxnSpPr>
            <a:stCxn id="3" idx="3"/>
          </p:cNvCxnSpPr>
          <p:nvPr/>
        </p:nvCxnSpPr>
        <p:spPr>
          <a:xfrm flipV="1">
            <a:off x="4707467" y="3887893"/>
            <a:ext cx="995680" cy="1364492"/>
          </a:xfrm>
          <a:prstGeom prst="curvedConnector2">
            <a:avLst/>
          </a:prstGeom>
          <a:ln w="38100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8A27E18C-A65F-9837-8DD1-D2AA5778CF6C}"/>
              </a:ext>
            </a:extLst>
          </p:cNvPr>
          <p:cNvSpPr txBox="1"/>
          <p:nvPr/>
        </p:nvSpPr>
        <p:spPr>
          <a:xfrm>
            <a:off x="6929934" y="5021552"/>
            <a:ext cx="3501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Century Gothic" panose="020B0502020202020204" pitchFamily="34" charset="0"/>
              </a:rPr>
              <a:t>Phase encoding</a:t>
            </a:r>
          </a:p>
        </p:txBody>
      </p:sp>
      <p:cxnSp>
        <p:nvCxnSpPr>
          <p:cNvPr id="16" name="Verbinder: gekrümmt 15">
            <a:extLst>
              <a:ext uri="{FF2B5EF4-FFF2-40B4-BE49-F238E27FC236}">
                <a16:creationId xmlns:a16="http://schemas.microsoft.com/office/drawing/2014/main" id="{9431FB52-8974-D615-A982-03B2B2FD3428}"/>
              </a:ext>
            </a:extLst>
          </p:cNvPr>
          <p:cNvCxnSpPr>
            <a:cxnSpLocks/>
            <a:stCxn id="14" idx="0"/>
          </p:cNvCxnSpPr>
          <p:nvPr/>
        </p:nvCxnSpPr>
        <p:spPr>
          <a:xfrm rot="16200000" flipV="1">
            <a:off x="6615005" y="2955715"/>
            <a:ext cx="2766032" cy="1365641"/>
          </a:xfrm>
          <a:prstGeom prst="curvedConnector3">
            <a:avLst/>
          </a:prstGeom>
          <a:ln w="38100">
            <a:solidFill>
              <a:srgbClr val="3B78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erbinder: gekrümmt 18">
            <a:extLst>
              <a:ext uri="{FF2B5EF4-FFF2-40B4-BE49-F238E27FC236}">
                <a16:creationId xmlns:a16="http://schemas.microsoft.com/office/drawing/2014/main" id="{D6C4F471-F8DB-0CF4-E802-B3A22734703B}"/>
              </a:ext>
            </a:extLst>
          </p:cNvPr>
          <p:cNvCxnSpPr>
            <a:stCxn id="14" idx="1"/>
          </p:cNvCxnSpPr>
          <p:nvPr/>
        </p:nvCxnSpPr>
        <p:spPr>
          <a:xfrm rot="10800000" flipH="1">
            <a:off x="6929933" y="3705013"/>
            <a:ext cx="473319" cy="1547372"/>
          </a:xfrm>
          <a:prstGeom prst="curvedConnector4">
            <a:avLst>
              <a:gd name="adj1" fmla="val -48297"/>
              <a:gd name="adj2" fmla="val 57459"/>
            </a:avLst>
          </a:prstGeom>
          <a:ln w="38100">
            <a:solidFill>
              <a:srgbClr val="3B78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98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02E1-4479-B359-0552-5A35199F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7069800-E1B8-EBD7-63B0-942957478C51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E8B7B89F-9BED-80B6-19C7-0C577C2F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Bias-Variance Trade-Off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B2869E-B751-7DF2-2A2F-BDAE00E7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15</a:t>
            </a:fld>
            <a:endParaRPr lang="en-GB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A787F872-212A-AF4B-9CC7-C55447150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10166" y="1423884"/>
            <a:ext cx="6083808" cy="2241691"/>
          </a:xfrm>
          <a:prstGeom prst="rect">
            <a:avLst/>
          </a:prstGeom>
        </p:spPr>
      </p:pic>
      <p:pic>
        <p:nvPicPr>
          <p:cNvPr id="6" name="Grafik 5" descr="The diagram shows a plot with two lines, each representing the accuracy and training loss of a model over 100 epochs, with different layer counts (10, 50, 100, 150, 200).&#10;&#10;KI-generierte Inhalte können fehlerhaft sein.">
            <a:extLst>
              <a:ext uri="{FF2B5EF4-FFF2-40B4-BE49-F238E27FC236}">
                <a16:creationId xmlns:a16="http://schemas.microsoft.com/office/drawing/2014/main" id="{F181B2E7-3C7D-C26D-C0DA-1AD84A42F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166" y="3665575"/>
            <a:ext cx="6083808" cy="228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10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97DD-A94E-C560-4E72-221686FF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023CBF68-EE96-67D3-8D13-1E650095A6D6}"/>
              </a:ext>
            </a:extLst>
          </p:cNvPr>
          <p:cNvCxnSpPr/>
          <p:nvPr/>
        </p:nvCxnSpPr>
        <p:spPr>
          <a:xfrm>
            <a:off x="0" y="6314433"/>
            <a:ext cx="12192000" cy="0"/>
          </a:xfrm>
          <a:prstGeom prst="line">
            <a:avLst/>
          </a:prstGeom>
          <a:ln>
            <a:solidFill>
              <a:srgbClr val="3B7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A9BD0B2B-AA2F-CF2B-5BFD-C2FD1B92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latin typeface="Century Gothic" panose="020B0502020202020204" pitchFamily="34" charset="0"/>
              </a:rPr>
              <a:t>Bias-Variance Trade-Off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4507D49-F81A-CF75-F6CA-200D0260D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7DBA0-33EC-4FF0-8540-728EBE2D593E}" type="slidenum">
              <a:rPr lang="en-GB" smtClean="0"/>
              <a:t>16</a:t>
            </a:fld>
            <a:endParaRPr lang="en-GB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259A1808-5D9F-EA97-2AC1-C35B6CE7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Bias:</a:t>
            </a:r>
          </a:p>
          <a:p>
            <a:pPr lvl="1"/>
            <a:r>
              <a:rPr lang="en-GB" dirty="0"/>
              <a:t>Only unitary matrices</a:t>
            </a:r>
          </a:p>
          <a:p>
            <a:pPr lvl="1"/>
            <a:r>
              <a:rPr lang="en-GB" dirty="0"/>
              <a:t>Limited to detection non-linearity</a:t>
            </a:r>
          </a:p>
          <a:p>
            <a:r>
              <a:rPr lang="en-GB" dirty="0"/>
              <a:t>Variance:</a:t>
            </a:r>
          </a:p>
          <a:p>
            <a:pPr lvl="1"/>
            <a:r>
              <a:rPr lang="en-GB" dirty="0"/>
              <a:t>Thermal and detector noise</a:t>
            </a:r>
          </a:p>
          <a:p>
            <a:pPr lvl="1"/>
            <a:r>
              <a:rPr lang="en-GB" dirty="0"/>
              <a:t>Fabrication imperfections</a:t>
            </a:r>
          </a:p>
          <a:p>
            <a:pPr lvl="1"/>
            <a:r>
              <a:rPr lang="en-GB" dirty="0"/>
              <a:t>Losses</a:t>
            </a:r>
          </a:p>
        </p:txBody>
      </p:sp>
    </p:spTree>
    <p:extLst>
      <p:ext uri="{BB962C8B-B14F-4D97-AF65-F5344CB8AC3E}">
        <p14:creationId xmlns:p14="http://schemas.microsoft.com/office/powerpoint/2010/main" val="1984297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Breitbild</PresentationFormat>
  <Paragraphs>67</Paragraphs>
  <Slides>16</Slides>
  <Notes>11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Century Gothic</vt:lpstr>
      <vt:lpstr>Georgia</vt:lpstr>
      <vt:lpstr>Office</vt:lpstr>
      <vt:lpstr>PowerPoint-Präsentation</vt:lpstr>
      <vt:lpstr>Classifying using MZI Meshes</vt:lpstr>
      <vt:lpstr>PowerPoint-Präsentation</vt:lpstr>
      <vt:lpstr>PowerPoint-Präsentation</vt:lpstr>
      <vt:lpstr>PowerPoint-Präsentation</vt:lpstr>
      <vt:lpstr>Learning via Adjoint-based Backpropagation </vt:lpstr>
      <vt:lpstr>Learning via Adjoint-based Backpropagation </vt:lpstr>
      <vt:lpstr>Learning via Adjoint-based Backpropagation </vt:lpstr>
      <vt:lpstr>Learning via Adjoint-based Backpropagation </vt:lpstr>
      <vt:lpstr>Learning via Adjoint-based Backpropagation </vt:lpstr>
      <vt:lpstr>Linear Regression shows high accuracy</vt:lpstr>
      <vt:lpstr>Parameter initialization accelerates convergence</vt:lpstr>
      <vt:lpstr>Parameter initialization accelerates convergence</vt:lpstr>
      <vt:lpstr>Phase-encoding improves accuracy</vt:lpstr>
      <vt:lpstr>Bias-Variance Trade-Off</vt:lpstr>
      <vt:lpstr>Bias-Variance Trade-Off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Gühring</dc:creator>
  <cp:lastModifiedBy>Tim Gühring</cp:lastModifiedBy>
  <cp:revision>1</cp:revision>
  <dcterms:created xsi:type="dcterms:W3CDTF">2026-08-11T12:57:25Z</dcterms:created>
  <dcterms:modified xsi:type="dcterms:W3CDTF">2026-08-11T20:52:37Z</dcterms:modified>
</cp:coreProperties>
</file>